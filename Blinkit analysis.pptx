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Sea against sky at sunset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ea against sky at sunset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Subtitle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ea against sky at sunset 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Sea against sky at sunset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each and sea at sunset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each and sea at sunset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3B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Blinkit Sales Dashboard…"/>
          <p:cNvSpPr txBox="1"/>
          <p:nvPr>
            <p:ph type="ctrTitle"/>
          </p:nvPr>
        </p:nvSpPr>
        <p:spPr>
          <a:xfrm>
            <a:off x="1219200" y="3543300"/>
            <a:ext cx="21945600" cy="5821428"/>
          </a:xfrm>
          <a:prstGeom prst="rect">
            <a:avLst/>
          </a:prstGeom>
        </p:spPr>
        <p:txBody>
          <a:bodyPr/>
          <a:lstStyle/>
          <a:p>
            <a:pPr/>
            <a:r>
              <a:t>Blinkit Sales Dashboard </a:t>
            </a:r>
          </a:p>
          <a:p>
            <a:pPr/>
            <a:r>
              <a:t>By Power Bi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3B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blinkit Analysis"/>
          <p:cNvSpPr txBox="1"/>
          <p:nvPr>
            <p:ph type="title"/>
          </p:nvPr>
        </p:nvSpPr>
        <p:spPr>
          <a:xfrm>
            <a:off x="1554625" y="31971"/>
            <a:ext cx="21945601" cy="1727201"/>
          </a:xfrm>
          <a:prstGeom prst="rect">
            <a:avLst/>
          </a:prstGeom>
        </p:spPr>
        <p:txBody>
          <a:bodyPr/>
          <a:lstStyle/>
          <a:p>
            <a:pPr/>
            <a:r>
              <a:t>blinkit </a:t>
            </a:r>
            <a:r>
              <a:rPr>
                <a:solidFill>
                  <a:srgbClr val="102E76"/>
                </a:solidFill>
              </a:rPr>
              <a:t>Analysis</a:t>
            </a:r>
          </a:p>
        </p:txBody>
      </p:sp>
      <p:sp>
        <p:nvSpPr>
          <p:cNvPr id="174" name="Requirement Gathering / business requirements…"/>
          <p:cNvSpPr txBox="1"/>
          <p:nvPr>
            <p:ph type="body" idx="1"/>
          </p:nvPr>
        </p:nvSpPr>
        <p:spPr>
          <a:xfrm>
            <a:off x="656164" y="2372010"/>
            <a:ext cx="22511613" cy="10124790"/>
          </a:xfrm>
          <a:prstGeom prst="rect">
            <a:avLst/>
          </a:prstGeom>
        </p:spPr>
        <p:txBody>
          <a:bodyPr/>
          <a:lstStyle/>
          <a:p>
            <a:pPr marL="436880" indent="-436880" defTabSz="1950671">
              <a:spcBef>
                <a:spcPts val="1900"/>
              </a:spcBef>
              <a:defRPr sz="3520"/>
            </a:pPr>
            <a:r>
              <a:t>Requirement Gathering / business requirements</a:t>
            </a:r>
          </a:p>
          <a:p>
            <a:pPr marL="436880" indent="-436880" defTabSz="1950671">
              <a:spcBef>
                <a:spcPts val="1900"/>
              </a:spcBef>
              <a:defRPr sz="3520"/>
            </a:pPr>
            <a:r>
              <a:t>Data walkthrough</a:t>
            </a:r>
          </a:p>
          <a:p>
            <a:pPr marL="436880" indent="-436880" defTabSz="1950671">
              <a:spcBef>
                <a:spcPts val="1900"/>
              </a:spcBef>
              <a:defRPr sz="3520"/>
            </a:pPr>
            <a:r>
              <a:t>Data connection </a:t>
            </a:r>
          </a:p>
          <a:p>
            <a:pPr marL="436880" indent="-436880" defTabSz="1950671">
              <a:spcBef>
                <a:spcPts val="1900"/>
              </a:spcBef>
              <a:defRPr sz="3520"/>
            </a:pPr>
            <a:r>
              <a:t>Data cleaning/quality check</a:t>
            </a:r>
          </a:p>
          <a:p>
            <a:pPr marL="436880" indent="-436880" defTabSz="1950671">
              <a:spcBef>
                <a:spcPts val="1900"/>
              </a:spcBef>
              <a:defRPr sz="3520"/>
            </a:pPr>
            <a:r>
              <a:t>Data modelling</a:t>
            </a:r>
          </a:p>
          <a:p>
            <a:pPr marL="436880" indent="-436880" defTabSz="1950671">
              <a:spcBef>
                <a:spcPts val="1900"/>
              </a:spcBef>
              <a:defRPr sz="3520"/>
            </a:pPr>
            <a:r>
              <a:t>Data processing</a:t>
            </a:r>
          </a:p>
          <a:p>
            <a:pPr marL="436880" indent="-436880" defTabSz="1950671">
              <a:spcBef>
                <a:spcPts val="1900"/>
              </a:spcBef>
              <a:defRPr sz="3520"/>
            </a:pPr>
            <a:r>
              <a:t> Dax calculations</a:t>
            </a:r>
          </a:p>
          <a:p>
            <a:pPr marL="436880" indent="-436880" defTabSz="1950671">
              <a:spcBef>
                <a:spcPts val="1900"/>
              </a:spcBef>
              <a:defRPr sz="3520"/>
            </a:pPr>
            <a:r>
              <a:t>Dashboard layouting </a:t>
            </a:r>
          </a:p>
          <a:p>
            <a:pPr marL="436880" indent="-436880" defTabSz="1950671">
              <a:spcBef>
                <a:spcPts val="1900"/>
              </a:spcBef>
              <a:defRPr sz="3520"/>
            </a:pPr>
            <a:r>
              <a:t>Charts development and formatting </a:t>
            </a:r>
          </a:p>
          <a:p>
            <a:pPr marL="436880" indent="-436880" defTabSz="1950671">
              <a:spcBef>
                <a:spcPts val="1900"/>
              </a:spcBef>
              <a:defRPr sz="3520"/>
            </a:pPr>
            <a:r>
              <a:t>Dashboard/phone laga report development</a:t>
            </a:r>
          </a:p>
          <a:p>
            <a:pPr marL="436880" indent="-436880" defTabSz="1950671">
              <a:spcBef>
                <a:spcPts val="1900"/>
              </a:spcBef>
              <a:defRPr sz="3520"/>
            </a:pPr>
            <a:r>
              <a:t>Insight generation</a:t>
            </a:r>
          </a:p>
        </p:txBody>
      </p:sp>
      <p:sp>
        <p:nvSpPr>
          <p:cNvPr id="175" name="STEPS IN PROJECT"/>
          <p:cNvSpPr txBox="1"/>
          <p:nvPr>
            <p:ph type="body" idx="21"/>
          </p:nvPr>
        </p:nvSpPr>
        <p:spPr>
          <a:xfrm>
            <a:off x="-7549783" y="1366392"/>
            <a:ext cx="21945602" cy="16112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pc="-50" sz="5000">
                <a:solidFill>
                  <a:srgbClr val="2355CE"/>
                </a:solidFill>
              </a:defRPr>
            </a:lvl1pPr>
          </a:lstStyle>
          <a:p>
            <a:pPr/>
            <a:r>
              <a:t>STEPS IN PROJECT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3B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Business requirement"/>
          <p:cNvSpPr txBox="1"/>
          <p:nvPr>
            <p:ph type="title"/>
          </p:nvPr>
        </p:nvSpPr>
        <p:spPr>
          <a:xfrm>
            <a:off x="-4099691" y="-138492"/>
            <a:ext cx="21945601" cy="1727201"/>
          </a:xfrm>
          <a:prstGeom prst="rect">
            <a:avLst/>
          </a:prstGeom>
        </p:spPr>
        <p:txBody>
          <a:bodyPr/>
          <a:lstStyle/>
          <a:p>
            <a:pPr/>
            <a:r>
              <a:t> </a:t>
            </a:r>
            <a:r>
              <a:rPr>
                <a:solidFill>
                  <a:srgbClr val="1941A3"/>
                </a:solidFill>
              </a:rPr>
              <a:t>Business requirement</a:t>
            </a:r>
          </a:p>
        </p:txBody>
      </p:sp>
      <p:sp>
        <p:nvSpPr>
          <p:cNvPr id="178" name="Total sales: the overall revenue generated from all items sold.…"/>
          <p:cNvSpPr txBox="1"/>
          <p:nvPr>
            <p:ph type="body" sz="half" idx="1"/>
          </p:nvPr>
        </p:nvSpPr>
        <p:spPr>
          <a:xfrm>
            <a:off x="1219200" y="7331516"/>
            <a:ext cx="21948577" cy="5165284"/>
          </a:xfrm>
          <a:prstGeom prst="rect">
            <a:avLst/>
          </a:prstGeom>
        </p:spPr>
        <p:txBody>
          <a:bodyPr/>
          <a:lstStyle/>
          <a:p>
            <a:pPr/>
            <a:r>
              <a:t>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Total sales:</a:t>
            </a:r>
            <a:r>
              <a:t> the overall revenue generated from all items sold.</a:t>
            </a:r>
          </a:p>
          <a:p>
            <a:pPr/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Average sales</a:t>
            </a:r>
            <a:r>
              <a:t>: the average revenue per sale.</a:t>
            </a:r>
          </a:p>
          <a:p>
            <a:pPr/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Number of items:</a:t>
            </a:r>
            <a:r>
              <a:t> the total count of different items sold.</a:t>
            </a:r>
          </a:p>
          <a:p>
            <a:pPr/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Average</a:t>
            </a:r>
            <a:r>
              <a:t>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rating</a:t>
            </a:r>
            <a:r>
              <a:t>: the average customer rating for items sold.</a:t>
            </a:r>
          </a:p>
        </p:txBody>
      </p:sp>
      <p:sp>
        <p:nvSpPr>
          <p:cNvPr id="179" name="KPI requirement"/>
          <p:cNvSpPr txBox="1"/>
          <p:nvPr>
            <p:ph type="body" idx="21"/>
          </p:nvPr>
        </p:nvSpPr>
        <p:spPr>
          <a:xfrm>
            <a:off x="-7957085" y="5020134"/>
            <a:ext cx="21945602" cy="8326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26440">
              <a:defRPr>
                <a:solidFill>
                  <a:srgbClr val="591E78"/>
                </a:solidFill>
              </a:defRPr>
            </a:lvl1pPr>
          </a:lstStyle>
          <a:p>
            <a:pPr/>
            <a:r>
              <a:t> KPI requirement</a:t>
            </a:r>
          </a:p>
        </p:txBody>
      </p:sp>
      <p:sp>
        <p:nvSpPr>
          <p:cNvPr id="180" name="To conduct a comprehensive analysis of Blinkit sale, performance, customer satisfaction, and inventory distribution to identify key insights and opportunities for optimisation using various KPI and visualisation in power BI"/>
          <p:cNvSpPr txBox="1"/>
          <p:nvPr/>
        </p:nvSpPr>
        <p:spPr>
          <a:xfrm>
            <a:off x="904586" y="1525165"/>
            <a:ext cx="22691305" cy="3077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>
              <a:buSzPct val="150000"/>
              <a:buChar char="•"/>
            </a:lvl1pPr>
          </a:lstStyle>
          <a:p>
            <a:pPr/>
            <a:r>
              <a:t> To conduct a comprehensive analysis of Blinkit sale, performance, customer satisfaction, and inventory distribution to identify key insights and opportunities for optimisation using various KPI and visualisation in power BI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3B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Business requirement"/>
          <p:cNvSpPr txBox="1"/>
          <p:nvPr>
            <p:ph type="title"/>
          </p:nvPr>
        </p:nvSpPr>
        <p:spPr>
          <a:xfrm>
            <a:off x="1219200" y="-363051"/>
            <a:ext cx="21945600" cy="1727201"/>
          </a:xfrm>
          <a:prstGeom prst="rect">
            <a:avLst/>
          </a:prstGeom>
        </p:spPr>
        <p:txBody>
          <a:bodyPr/>
          <a:lstStyle/>
          <a:p>
            <a:pPr/>
            <a:r>
              <a:t> Business requirement</a:t>
            </a:r>
          </a:p>
        </p:txBody>
      </p:sp>
      <p:sp>
        <p:nvSpPr>
          <p:cNvPr id="183" name="Total sales by fat content:…"/>
          <p:cNvSpPr txBox="1"/>
          <p:nvPr>
            <p:ph type="body" idx="1"/>
          </p:nvPr>
        </p:nvSpPr>
        <p:spPr>
          <a:xfrm>
            <a:off x="687215" y="1884727"/>
            <a:ext cx="22899896" cy="11164627"/>
          </a:xfrm>
          <a:prstGeom prst="rect">
            <a:avLst/>
          </a:prstGeom>
        </p:spPr>
        <p:txBody>
          <a:bodyPr/>
          <a:lstStyle/>
          <a:p>
            <a:pPr marL="447801" indent="-447801" defTabSz="1999437">
              <a:spcBef>
                <a:spcPts val="1900"/>
              </a:spcBef>
              <a:defRPr sz="3607"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 Total sales by fat content:</a:t>
            </a:r>
          </a:p>
          <a:p>
            <a:pPr marL="0" indent="0" defTabSz="1999437">
              <a:spcBef>
                <a:spcPts val="1900"/>
              </a:spcBef>
              <a:buSzTx/>
              <a:buNone/>
              <a:defRPr sz="3607"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        </a:t>
            </a:r>
            <a:r>
              <a:rPr sz="3362">
                <a:latin typeface="Canela Text Regular"/>
                <a:ea typeface="Canela Text Regular"/>
                <a:cs typeface="Canela Text Regular"/>
                <a:sym typeface="Canela Text Regular"/>
              </a:rPr>
              <a:t>Objective: analyse the impact of content on total sales.</a:t>
            </a:r>
            <a:endParaRPr sz="3362">
              <a:latin typeface="Canela Text Regular"/>
              <a:ea typeface="Canela Text Regular"/>
              <a:cs typeface="Canela Text Regular"/>
              <a:sym typeface="Canela Text Regular"/>
            </a:endParaRPr>
          </a:p>
          <a:p>
            <a:pPr marL="0" indent="0" defTabSz="1999437">
              <a:spcBef>
                <a:spcPts val="1900"/>
              </a:spcBef>
              <a:buSzTx/>
              <a:buNone/>
              <a:defRPr sz="3362"/>
            </a:pPr>
            <a:r>
              <a:t>         Additional KPI metrics: assess how other KPIs (average sales, number of items, average rating ) vary with fat content.</a:t>
            </a:r>
          </a:p>
          <a:p>
            <a:pPr marL="0" indent="0" defTabSz="1999437">
              <a:spcBef>
                <a:spcPts val="1900"/>
              </a:spcBef>
              <a:buSzTx/>
              <a:buNone/>
              <a:defRPr sz="3362"/>
            </a:pPr>
            <a:r>
              <a:t>         Chart type: donut chart.</a:t>
            </a:r>
          </a:p>
          <a:p>
            <a:pPr marL="417270" indent="-417270" defTabSz="1999437">
              <a:spcBef>
                <a:spcPts val="1900"/>
              </a:spcBef>
              <a:defRPr sz="3362"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Total sales by item type:</a:t>
            </a:r>
          </a:p>
          <a:p>
            <a:pPr marL="0" indent="0" defTabSz="1999437">
              <a:spcBef>
                <a:spcPts val="1900"/>
              </a:spcBef>
              <a:buSzTx/>
              <a:buNone/>
              <a:defRPr sz="3362"/>
            </a:pPr>
            <a:r>
              <a:t>     Objective: identify the performance of different item types in terms of total sales</a:t>
            </a:r>
          </a:p>
          <a:p>
            <a:pPr marL="0" indent="0" defTabSz="1999437">
              <a:spcBef>
                <a:spcPts val="1900"/>
              </a:spcBef>
              <a:buSzTx/>
              <a:buNone/>
              <a:defRPr sz="3362"/>
            </a:pPr>
            <a:r>
              <a:t>      Additional KPI metrics: assess how other KPIs(average sales, number of items, average rating) vary with fat content.</a:t>
            </a:r>
          </a:p>
          <a:p>
            <a:pPr marL="0" indent="0" defTabSz="1999437">
              <a:spcBef>
                <a:spcPts val="1900"/>
              </a:spcBef>
              <a:buSzTx/>
              <a:buNone/>
              <a:defRPr sz="3362"/>
            </a:pPr>
            <a:r>
              <a:t>      Chart type: bar chart</a:t>
            </a:r>
          </a:p>
          <a:p>
            <a:pPr marL="417270" indent="-417270" defTabSz="1999437">
              <a:spcBef>
                <a:spcPts val="1900"/>
              </a:spcBef>
              <a:defRPr sz="3362"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Fat content by outlet for total sales:</a:t>
            </a:r>
          </a:p>
          <a:p>
            <a:pPr marL="0" indent="0" defTabSz="1999437">
              <a:spcBef>
                <a:spcPts val="1900"/>
              </a:spcBef>
              <a:buSzTx/>
              <a:buNone/>
              <a:defRPr sz="3362"/>
            </a:pPr>
            <a:r>
              <a:t>    Objective: competitor sales across different outlet, segmented by fat content.</a:t>
            </a:r>
          </a:p>
          <a:p>
            <a:pPr marL="0" indent="0" defTabSz="1999437">
              <a:spcBef>
                <a:spcPts val="1900"/>
              </a:spcBef>
              <a:buSzTx/>
              <a:buNone/>
              <a:defRPr sz="3362"/>
            </a:pPr>
            <a:r>
              <a:t>    Additional KPI metrics: assess how other KPIs (average sales, number of items, average rating) vary with fat content</a:t>
            </a:r>
          </a:p>
          <a:p>
            <a:pPr marL="0" indent="0" defTabSz="1999437">
              <a:spcBef>
                <a:spcPts val="1900"/>
              </a:spcBef>
              <a:buSzTx/>
              <a:buNone/>
              <a:defRPr sz="3362"/>
            </a:pPr>
            <a:r>
              <a:t>    Chart type: stacked column chart.</a:t>
            </a:r>
          </a:p>
        </p:txBody>
      </p:sp>
      <p:sp>
        <p:nvSpPr>
          <p:cNvPr id="184" name="Chart’s requirement"/>
          <p:cNvSpPr txBox="1"/>
          <p:nvPr>
            <p:ph type="body" idx="21"/>
          </p:nvPr>
        </p:nvSpPr>
        <p:spPr>
          <a:xfrm>
            <a:off x="-7625167" y="772824"/>
            <a:ext cx="21945603" cy="8326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 Chart’s requirement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3B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otal sales by outlet establishment:…"/>
          <p:cNvSpPr txBox="1"/>
          <p:nvPr>
            <p:ph type="body" idx="1"/>
          </p:nvPr>
        </p:nvSpPr>
        <p:spPr>
          <a:xfrm>
            <a:off x="320406" y="1017381"/>
            <a:ext cx="24360310" cy="12239579"/>
          </a:xfrm>
          <a:prstGeom prst="rect">
            <a:avLst/>
          </a:prstGeom>
        </p:spPr>
        <p:txBody>
          <a:bodyPr/>
          <a:lstStyle/>
          <a:p>
            <a:pPr marL="508865" indent="-508865">
              <a:defRPr sz="4100"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Total sales by outlet establishment:</a:t>
            </a:r>
          </a:p>
          <a:p>
            <a:pPr marL="0" indent="0">
              <a:buSzTx/>
              <a:buNone/>
              <a:defRPr sz="4100"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     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Objective: evaluate how the age of type of outlet establishment influences total sales</a:t>
            </a:r>
            <a:endParaRPr>
              <a:latin typeface="Canela Text Regular"/>
              <a:ea typeface="Canela Text Regular"/>
              <a:cs typeface="Canela Text Regular"/>
              <a:sym typeface="Canela Text Regular"/>
            </a:endParaRPr>
          </a:p>
          <a:p>
            <a:pPr marL="0" indent="0">
              <a:buSzTx/>
              <a:buNone/>
              <a:defRPr sz="4100"/>
            </a:pPr>
            <a:r>
              <a:t>      Chart type: line chart  </a:t>
            </a:r>
          </a:p>
          <a:p>
            <a:pPr marL="508865" indent="-508865">
              <a:defRPr sz="4100"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Sales by outlet location:</a:t>
            </a:r>
          </a:p>
          <a:p>
            <a:pPr marL="0" indent="0">
              <a:buSzTx/>
              <a:buNone/>
            </a:pPr>
            <a:r>
              <a:t>     Objective:assess the geographic distribution of sales across different locations.</a:t>
            </a:r>
          </a:p>
          <a:p>
            <a:pPr marL="0" indent="0">
              <a:buSzTx/>
              <a:buNone/>
            </a:pPr>
            <a:r>
              <a:t>      Chart type: funnel map.</a:t>
            </a:r>
          </a:p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 All metrics by outlet type:</a:t>
            </a:r>
          </a:p>
          <a:p>
            <a:pPr marL="0" indent="0">
              <a:buSzTx/>
              <a:buNone/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      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Object: provide a comprehensive view of all metrics(total sales, average sales, number of items, average rating) broken down by different outlet types</a:t>
            </a:r>
            <a:endParaRPr>
              <a:latin typeface="Canela Text Regular"/>
              <a:ea typeface="Canela Text Regular"/>
              <a:cs typeface="Canela Text Regular"/>
              <a:sym typeface="Canela Text Regular"/>
            </a:endParaRPr>
          </a:p>
          <a:p>
            <a:pPr marL="0" indent="0">
              <a:buSzTx/>
              <a:buNone/>
            </a:pPr>
            <a:r>
              <a:t>     Chart type: matrix card.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3B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hank you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